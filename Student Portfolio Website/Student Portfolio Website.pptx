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ormorant Garamond Bold Italics" panose="020B0604020202020204" charset="0"/>
      <p:regular r:id="rId16"/>
    </p:embeddedFont>
    <p:embeddedFont>
      <p:font typeface="Quicksand" panose="020B0604020202020204" charset="0"/>
      <p:regular r:id="rId17"/>
    </p:embeddedFont>
    <p:embeddedFont>
      <p:font typeface="Quicksand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837" y="6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3764" y="2478342"/>
            <a:ext cx="16229942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Presentation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618706" y="90374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37539" y="5908475"/>
            <a:ext cx="12812922" cy="837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Student Portfolio Website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22179" y="7843730"/>
            <a:ext cx="11643643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Prepared by group 1</a:t>
            </a:r>
          </a:p>
        </p:txBody>
      </p:sp>
      <p:sp>
        <p:nvSpPr>
          <p:cNvPr id="8" name="Freeform 8"/>
          <p:cNvSpPr/>
          <p:nvPr/>
        </p:nvSpPr>
        <p:spPr>
          <a:xfrm>
            <a:off x="5646742" y="807892"/>
            <a:ext cx="2968854" cy="441617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588106"/>
            <a:chOff x="0" y="0"/>
            <a:chExt cx="4816593" cy="6816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81641"/>
            </a:xfrm>
            <a:custGeom>
              <a:avLst/>
              <a:gdLst/>
              <a:ahLst/>
              <a:cxnLst/>
              <a:rect l="l" t="t" r="r" b="b"/>
              <a:pathLst>
                <a:path w="4816592" h="681641">
                  <a:moveTo>
                    <a:pt x="0" y="0"/>
                  </a:moveTo>
                  <a:lnTo>
                    <a:pt x="4816592" y="0"/>
                  </a:lnTo>
                  <a:lnTo>
                    <a:pt x="4816592" y="681641"/>
                  </a:lnTo>
                  <a:lnTo>
                    <a:pt x="0" y="681641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729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599709"/>
            <a:ext cx="991496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Table of content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7330" y="2483331"/>
            <a:ext cx="13402859" cy="728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15403" lvl="1" indent="-557701" algn="ctr">
              <a:lnSpc>
                <a:spcPts val="7232"/>
              </a:lnSpc>
              <a:buFont typeface="Arial"/>
              <a:buChar char="•"/>
            </a:pPr>
            <a:r>
              <a:rPr lang="en-US" sz="5166" b="1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Introduction</a:t>
            </a:r>
          </a:p>
          <a:p>
            <a:pPr marL="1115403" lvl="1" indent="-557701" algn="ctr">
              <a:lnSpc>
                <a:spcPts val="7232"/>
              </a:lnSpc>
              <a:buFont typeface="Arial"/>
              <a:buChar char="•"/>
            </a:pPr>
            <a:r>
              <a:rPr lang="en-US" sz="5166" b="1" u="none" strike="noStrik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Objective</a:t>
            </a:r>
          </a:p>
          <a:p>
            <a:pPr marL="1115403" lvl="1" indent="-557701" algn="ctr">
              <a:lnSpc>
                <a:spcPts val="7232"/>
              </a:lnSpc>
              <a:buFont typeface="Arial"/>
              <a:buChar char="•"/>
            </a:pPr>
            <a:r>
              <a:rPr lang="en-US" sz="5166" b="1" u="none" strike="noStrik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Flowchart</a:t>
            </a:r>
          </a:p>
          <a:p>
            <a:pPr marL="1115403" lvl="1" indent="-557701" algn="ctr">
              <a:lnSpc>
                <a:spcPts val="7232"/>
              </a:lnSpc>
              <a:buFont typeface="Arial"/>
              <a:buChar char="•"/>
            </a:pPr>
            <a:r>
              <a:rPr lang="en-US" sz="5166" b="1" u="none" strike="noStrik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Requirement analysis</a:t>
            </a:r>
          </a:p>
          <a:p>
            <a:pPr marL="1115403" lvl="1" indent="-557701" algn="ctr">
              <a:lnSpc>
                <a:spcPts val="7232"/>
              </a:lnSpc>
              <a:buFont typeface="Arial"/>
              <a:buChar char="•"/>
            </a:pPr>
            <a:r>
              <a:rPr lang="en-US" sz="5166" b="1" u="none" strike="noStrik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Prototype design</a:t>
            </a:r>
          </a:p>
          <a:p>
            <a:pPr marL="1115403" lvl="1" indent="-557701" algn="ctr">
              <a:lnSpc>
                <a:spcPts val="7232"/>
              </a:lnSpc>
              <a:buFont typeface="Arial"/>
              <a:buChar char="•"/>
            </a:pPr>
            <a:r>
              <a:rPr lang="en-US" sz="5166" b="1" u="none" strike="noStrik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Testing</a:t>
            </a:r>
          </a:p>
          <a:p>
            <a:pPr marL="1115403" lvl="1" indent="-557701" algn="ctr">
              <a:lnSpc>
                <a:spcPts val="7232"/>
              </a:lnSpc>
              <a:buFont typeface="Arial"/>
              <a:buChar char="•"/>
            </a:pPr>
            <a:r>
              <a:rPr lang="en-US" sz="5166" b="1" u="none" strike="noStrik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Future enhancement</a:t>
            </a:r>
          </a:p>
          <a:p>
            <a:pPr marL="1115403" lvl="1" indent="-557701" algn="ctr">
              <a:lnSpc>
                <a:spcPts val="7232"/>
              </a:lnSpc>
              <a:buFont typeface="Arial"/>
              <a:buChar char="•"/>
            </a:pPr>
            <a:r>
              <a:rPr lang="en-US" sz="5166" b="1" u="none" strike="noStrik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45330" y="3812353"/>
            <a:ext cx="14431667" cy="344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This project is a one-page personal portfolio website that shows a student’s profile, skills, and projects. It uses HTML, CSS, JavaScript, and PHP. The site includes a login and registration system with password reset and form validation. After login, users can edit their info, upload projects and certificates, and use a contact form to receive messages. It helps students showcase their web development skills and create a personal branding site.</a:t>
            </a:r>
          </a:p>
          <a:p>
            <a:pPr marL="0" lvl="0" indent="0" algn="ctr">
              <a:lnSpc>
                <a:spcPts val="4589"/>
              </a:lnSpc>
            </a:pPr>
            <a:endParaRPr lang="en-US" sz="2699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5897880" y="872067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99709"/>
            <a:ext cx="804816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8304001" y="913335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3893" y="15849"/>
            <a:ext cx="4194107" cy="10271151"/>
            <a:chOff x="0" y="0"/>
            <a:chExt cx="1104621" cy="27051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974931"/>
            <a:ext cx="1905000" cy="283369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99709"/>
            <a:ext cx="939024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947571"/>
            <a:ext cx="11239929" cy="660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9439" lvl="1" indent="-419719" algn="l">
              <a:lnSpc>
                <a:spcPts val="6609"/>
              </a:lnSpc>
              <a:buFont typeface="Arial"/>
              <a:buChar char="•"/>
            </a:pPr>
            <a:r>
              <a:rPr lang="en-US" sz="388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 create a one-page website that shows a student’s personal and academic information. </a:t>
            </a:r>
          </a:p>
          <a:p>
            <a:pPr marL="839439" lvl="1" indent="-419719" algn="l">
              <a:lnSpc>
                <a:spcPts val="6609"/>
              </a:lnSpc>
              <a:buFont typeface="Arial"/>
              <a:buChar char="•"/>
            </a:pPr>
            <a:r>
              <a:rPr lang="en-US" sz="388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 allow users to register, log in, and reset their password easily. </a:t>
            </a:r>
          </a:p>
          <a:p>
            <a:pPr marL="839439" lvl="1" indent="-419719" algn="l">
              <a:lnSpc>
                <a:spcPts val="6609"/>
              </a:lnSpc>
              <a:buFont typeface="Arial"/>
              <a:buChar char="•"/>
            </a:pPr>
            <a:r>
              <a:rPr lang="en-US" sz="388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 let users insert their projects and certificates for viewing and management. </a:t>
            </a:r>
          </a:p>
          <a:p>
            <a:pPr algn="l">
              <a:lnSpc>
                <a:spcPts val="6609"/>
              </a:lnSpc>
            </a:pPr>
            <a:endParaRPr lang="en-US" sz="3888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62869" y="1028700"/>
            <a:ext cx="10392983" cy="8750923"/>
          </a:xfrm>
          <a:custGeom>
            <a:avLst/>
            <a:gdLst/>
            <a:ahLst/>
            <a:cxnLst/>
            <a:rect l="l" t="t" r="r" b="b"/>
            <a:pathLst>
              <a:path w="10392983" h="8750923">
                <a:moveTo>
                  <a:pt x="0" y="0"/>
                </a:moveTo>
                <a:lnTo>
                  <a:pt x="10392983" y="0"/>
                </a:lnTo>
                <a:lnTo>
                  <a:pt x="10392983" y="8750923"/>
                </a:lnTo>
                <a:lnTo>
                  <a:pt x="0" y="8750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0" b="-87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9531" y="142430"/>
            <a:ext cx="1407206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Flowchart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761006" y="1837892"/>
          <a:ext cx="16230600" cy="5484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9469100" imgH="8724900" progId="Excel.Sheet.12">
                  <p:embed/>
                </p:oleObj>
              </mc:Choice>
              <mc:Fallback>
                <p:oleObj name="Worksheet" r:id="rId2" imgW="19469100" imgH="8724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1006" y="1837892"/>
                        <a:ext cx="16230600" cy="5484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28700" y="599709"/>
            <a:ext cx="811530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Requirement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5325" y="4471025"/>
            <a:ext cx="7894436" cy="4473927"/>
          </a:xfrm>
          <a:custGeom>
            <a:avLst/>
            <a:gdLst/>
            <a:ahLst/>
            <a:cxnLst/>
            <a:rect l="l" t="t" r="r" b="b"/>
            <a:pathLst>
              <a:path w="7894436" h="4473927">
                <a:moveTo>
                  <a:pt x="0" y="0"/>
                </a:moveTo>
                <a:lnTo>
                  <a:pt x="7894436" y="0"/>
                </a:lnTo>
                <a:lnTo>
                  <a:pt x="7894436" y="4473927"/>
                </a:lnTo>
                <a:lnTo>
                  <a:pt x="0" y="4473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116316" y="4433797"/>
            <a:ext cx="7142984" cy="5307725"/>
          </a:xfrm>
          <a:custGeom>
            <a:avLst/>
            <a:gdLst/>
            <a:ahLst/>
            <a:cxnLst/>
            <a:rect l="l" t="t" r="r" b="b"/>
            <a:pathLst>
              <a:path w="7142984" h="5307725">
                <a:moveTo>
                  <a:pt x="0" y="0"/>
                </a:moveTo>
                <a:lnTo>
                  <a:pt x="7142984" y="0"/>
                </a:lnTo>
                <a:lnTo>
                  <a:pt x="7142984" y="5307726"/>
                </a:lnTo>
                <a:lnTo>
                  <a:pt x="0" y="53077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58060" y="428942"/>
            <a:ext cx="948074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Prototype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87952" y="2892456"/>
            <a:ext cx="291048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login 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18941" y="2892456"/>
            <a:ext cx="569987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reset password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87161" y="4851666"/>
            <a:ext cx="7832637" cy="4406634"/>
          </a:xfrm>
          <a:custGeom>
            <a:avLst/>
            <a:gdLst/>
            <a:ahLst/>
            <a:cxnLst/>
            <a:rect l="l" t="t" r="r" b="b"/>
            <a:pathLst>
              <a:path w="7832637" h="4406634">
                <a:moveTo>
                  <a:pt x="0" y="0"/>
                </a:moveTo>
                <a:lnTo>
                  <a:pt x="7832637" y="0"/>
                </a:lnTo>
                <a:lnTo>
                  <a:pt x="7832637" y="4406634"/>
                </a:lnTo>
                <a:lnTo>
                  <a:pt x="0" y="440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4785877"/>
            <a:ext cx="8192961" cy="4472423"/>
          </a:xfrm>
          <a:custGeom>
            <a:avLst/>
            <a:gdLst/>
            <a:ahLst/>
            <a:cxnLst/>
            <a:rect l="l" t="t" r="r" b="b"/>
            <a:pathLst>
              <a:path w="8192961" h="4472423">
                <a:moveTo>
                  <a:pt x="0" y="0"/>
                </a:moveTo>
                <a:lnTo>
                  <a:pt x="8192961" y="0"/>
                </a:lnTo>
                <a:lnTo>
                  <a:pt x="8192961" y="4472423"/>
                </a:lnTo>
                <a:lnTo>
                  <a:pt x="0" y="4472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58060" y="428942"/>
            <a:ext cx="948074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Prototype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24216" y="2892456"/>
            <a:ext cx="363795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register 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51845" y="2892456"/>
            <a:ext cx="303407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home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12846" y="4763604"/>
            <a:ext cx="7936915" cy="4494696"/>
          </a:xfrm>
          <a:custGeom>
            <a:avLst/>
            <a:gdLst/>
            <a:ahLst/>
            <a:cxnLst/>
            <a:rect l="l" t="t" r="r" b="b"/>
            <a:pathLst>
              <a:path w="7936915" h="4494696">
                <a:moveTo>
                  <a:pt x="0" y="0"/>
                </a:moveTo>
                <a:lnTo>
                  <a:pt x="7936915" y="0"/>
                </a:lnTo>
                <a:lnTo>
                  <a:pt x="7936915" y="4494696"/>
                </a:lnTo>
                <a:lnTo>
                  <a:pt x="0" y="4494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97135" y="4381834"/>
            <a:ext cx="7962165" cy="5258235"/>
          </a:xfrm>
          <a:custGeom>
            <a:avLst/>
            <a:gdLst/>
            <a:ahLst/>
            <a:cxnLst/>
            <a:rect l="l" t="t" r="r" b="b"/>
            <a:pathLst>
              <a:path w="7962165" h="5258235">
                <a:moveTo>
                  <a:pt x="0" y="0"/>
                </a:moveTo>
                <a:lnTo>
                  <a:pt x="7962165" y="0"/>
                </a:lnTo>
                <a:lnTo>
                  <a:pt x="7962165" y="5258236"/>
                </a:lnTo>
                <a:lnTo>
                  <a:pt x="0" y="525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58060" y="428942"/>
            <a:ext cx="948074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Prototype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38942" y="2892456"/>
            <a:ext cx="4208502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about me 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7915" y="2892456"/>
            <a:ext cx="7821930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 and certificate 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49761" y="0"/>
            <a:ext cx="9838239" cy="10287000"/>
            <a:chOff x="0" y="0"/>
            <a:chExt cx="259114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141" cy="2709333"/>
            </a:xfrm>
            <a:custGeom>
              <a:avLst/>
              <a:gdLst/>
              <a:ahLst/>
              <a:cxnLst/>
              <a:rect l="l" t="t" r="r" b="b"/>
              <a:pathLst>
                <a:path w="2591141" h="2709333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526298" y="3309470"/>
            <a:ext cx="10848078" cy="6522364"/>
          </a:xfrm>
          <a:custGeom>
            <a:avLst/>
            <a:gdLst/>
            <a:ahLst/>
            <a:cxnLst/>
            <a:rect l="l" t="t" r="r" b="b"/>
            <a:pathLst>
              <a:path w="10848078" h="6522364">
                <a:moveTo>
                  <a:pt x="0" y="0"/>
                </a:moveTo>
                <a:lnTo>
                  <a:pt x="10848078" y="0"/>
                </a:lnTo>
                <a:lnTo>
                  <a:pt x="10848078" y="6522364"/>
                </a:lnTo>
                <a:lnTo>
                  <a:pt x="0" y="6522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58060" y="428942"/>
            <a:ext cx="9480749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Prototype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30977" y="1614549"/>
            <a:ext cx="3607832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contact page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0651" y="0"/>
            <a:ext cx="4627349" cy="10287000"/>
            <a:chOff x="0" y="0"/>
            <a:chExt cx="121872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8726" cy="2709333"/>
            </a:xfrm>
            <a:custGeom>
              <a:avLst/>
              <a:gdLst/>
              <a:ahLst/>
              <a:cxnLst/>
              <a:rect l="l" t="t" r="r" b="b"/>
              <a:pathLst>
                <a:path w="1218726" h="2709333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308453" y="3494457"/>
            <a:ext cx="15567517" cy="297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458"/>
              </a:lnSpc>
              <a:spcBef>
                <a:spcPct val="0"/>
              </a:spcBef>
            </a:pPr>
            <a:r>
              <a:rPr lang="en-US" sz="17470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9709"/>
            <a:ext cx="1153752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 u="none" strike="noStrik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Future enhancement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57180"/>
            <a:ext cx="11845230" cy="6194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9586" lvl="1" indent="-519793" algn="l">
              <a:lnSpc>
                <a:spcPts val="8185"/>
              </a:lnSpc>
              <a:buFont typeface="Arial"/>
              <a:buChar char="•"/>
            </a:pPr>
            <a:r>
              <a:rPr lang="en-US" sz="4815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Improve password reset by adding Student ID or Email.</a:t>
            </a:r>
          </a:p>
          <a:p>
            <a:pPr marL="1039586" lvl="1" indent="-519793" algn="l">
              <a:lnSpc>
                <a:spcPts val="8185"/>
              </a:lnSpc>
              <a:buFont typeface="Arial"/>
              <a:buChar char="•"/>
            </a:pPr>
            <a:r>
              <a:rPr lang="en-US" sz="4815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Increase file upload limit to support larger files like ZIP archive</a:t>
            </a:r>
          </a:p>
          <a:p>
            <a:pPr marL="1039586" lvl="1" indent="-519793" algn="l">
              <a:lnSpc>
                <a:spcPts val="8185"/>
              </a:lnSpc>
              <a:buFont typeface="Arial"/>
              <a:buChar char="•"/>
            </a:pPr>
            <a:r>
              <a:rPr lang="en-US" sz="4815" u="none" strike="noStrike" dirty="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Enhance overall security and user data protection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99709"/>
            <a:ext cx="1153482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9"/>
              </a:lnSpc>
              <a:spcBef>
                <a:spcPct val="0"/>
              </a:spcBef>
            </a:pPr>
            <a:r>
              <a:rPr lang="en-US" sz="6399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9720" y="4231184"/>
            <a:ext cx="16965141" cy="2945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6"/>
              </a:lnSpc>
            </a:pPr>
            <a:r>
              <a:rPr lang="en-US" sz="282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This project gave us practical experience in web development using HTML, CSS, JavaScript, and PHP. We built a one-page portfolio website where students can showcase their background, skills, and projects. It includes login, form validation, file uploads, and a contact form. The site is interactive, easy to use, and helped us learn how to build a functional web application.</a:t>
            </a:r>
          </a:p>
          <a:p>
            <a:pPr marL="0" lvl="0" indent="0" algn="ctr">
              <a:lnSpc>
                <a:spcPts val="4796"/>
              </a:lnSpc>
            </a:pPr>
            <a:endParaRPr lang="en-US" sz="2821">
              <a:solidFill>
                <a:srgbClr val="0F466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897880" y="3568974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5897880" y="7171009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247055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304001" y="8019527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42710" y="3369664"/>
            <a:ext cx="11402580" cy="3185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09"/>
              </a:lnSpc>
              <a:spcBef>
                <a:spcPct val="0"/>
              </a:spcBef>
            </a:pPr>
            <a:r>
              <a:rPr lang="en-US" sz="18577" b="1" i="1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id="3" name="AutoShape 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304001" y="1116666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w="76200" cap="flat">
            <a:solidFill>
              <a:srgbClr val="0F466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304001" y="9008400"/>
            <a:ext cx="1679997" cy="2499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285</Words>
  <Application>Microsoft Office PowerPoint</Application>
  <PresentationFormat>Custom</PresentationFormat>
  <Paragraphs>39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Quicksand Bold</vt:lpstr>
      <vt:lpstr>Calibri</vt:lpstr>
      <vt:lpstr>Quicksand</vt:lpstr>
      <vt:lpstr>Cormorant Garamond Bold Italics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Portfolio Website</dc:title>
  <cp:lastModifiedBy>Wong Jian Cheng</cp:lastModifiedBy>
  <cp:revision>3</cp:revision>
  <dcterms:created xsi:type="dcterms:W3CDTF">2006-08-16T00:00:00Z</dcterms:created>
  <dcterms:modified xsi:type="dcterms:W3CDTF">2025-07-30T04:22:58Z</dcterms:modified>
  <dc:identifier>DAGuL_5YLXg</dc:identifier>
</cp:coreProperties>
</file>